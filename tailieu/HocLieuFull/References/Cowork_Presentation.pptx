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ỨNG DỤNG COWORK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91840" y="24688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TRỢ LÝ AI CÁ NHÂN CHO MỌI NGƯỜI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206240" y="3566160"/>
            <a:ext cx="6766560" cy="64008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5661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công việc • Quản lý file • Tạo nội dung • Kết nối ứng dụng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4572000"/>
            <a:ext cx="5760720" cy="73152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5720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KHÁM PHÁ NGAY — DÀNH CHO NGƯỜI KHÔNG CODE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6035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Hồ Đức Dũng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457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VẤN ĐỀ NGƯỜI DÙNG GẶP PHẢI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777240" cy="640080"/>
          </a:xfrm>
          <a:prstGeom prst="roundRect">
            <a:avLst>
              <a:gd name="adj" fmla="val 7143"/>
            </a:avLst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716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160520" y="1371600"/>
            <a:ext cx="7726680" cy="640080"/>
          </a:xfrm>
          <a:prstGeom prst="roundRect">
            <a:avLst>
              <a:gd name="adj" fmla="val 714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371600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mở quá nhiều ứng dụng để hoàn thành một việc đơn giản.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2148840"/>
            <a:ext cx="777240" cy="640080"/>
          </a:xfrm>
          <a:prstGeom prst="roundRect">
            <a:avLst>
              <a:gd name="adj" fmla="val 7143"/>
            </a:avLst>
          </a:prstGeom>
          <a:solidFill>
            <a:srgbClr val="E91E63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1488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160520" y="2148840"/>
            <a:ext cx="7726680" cy="640080"/>
          </a:xfrm>
          <a:prstGeom prst="roundRect">
            <a:avLst>
              <a:gd name="adj" fmla="val 714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148840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viết code nhưng vẫn cần tự động hóa công việc.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2926080"/>
            <a:ext cx="777240" cy="640080"/>
          </a:xfrm>
          <a:prstGeom prst="roundRect">
            <a:avLst>
              <a:gd name="adj" fmla="val 7143"/>
            </a:avLst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92608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160520" y="2926080"/>
            <a:ext cx="7726680" cy="640080"/>
          </a:xfrm>
          <a:prstGeom prst="roundRect">
            <a:avLst>
              <a:gd name="adj" fmla="val 714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926080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liệu, file, hình ảnh nằm rải rác — không có người trợ lý sắp xếp.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83280" y="3703320"/>
            <a:ext cx="777240" cy="640080"/>
          </a:xfrm>
          <a:prstGeom prst="roundRect">
            <a:avLst>
              <a:gd name="adj" fmla="val 7143"/>
            </a:avLst>
          </a:prstGeom>
          <a:solidFill>
            <a:srgbClr val="1976D2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70332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160520" y="3703320"/>
            <a:ext cx="7726680" cy="640080"/>
          </a:xfrm>
          <a:prstGeom prst="roundRect">
            <a:avLst>
              <a:gd name="adj" fmla="val 714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3703320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thời gian copy-paste giữa Gmail, Slack, Canva, Notion, Excel…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83280" y="4480560"/>
            <a:ext cx="777240" cy="640080"/>
          </a:xfrm>
          <a:prstGeom prst="roundRect">
            <a:avLst>
              <a:gd name="adj" fmla="val 7143"/>
            </a:avLst>
          </a:prstGeom>
          <a:solidFill>
            <a:srgbClr val="1A237E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44805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4160520" y="4480560"/>
            <a:ext cx="7726680" cy="640080"/>
          </a:xfrm>
          <a:prstGeom prst="roundRect">
            <a:avLst>
              <a:gd name="adj" fmla="val 714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4480560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biết nhiều nhưng không 'làm hộ' được trên máy tính.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83280" y="5760720"/>
            <a:ext cx="8503920" cy="64008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57607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CẦN MỘT TRỢ LÝ AI THỰC SỰ LÀM ĐƯỢC VIỆC!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457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 LÀ GÌ?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383280" y="1280160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FFC107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325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là chế độ trợ lý AI trên máy tính — biến Claude thành 'đồng nghiệp số' giúp bạn làm việc với file, app, và các dịch vụ trực tuyến.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2468880"/>
            <a:ext cx="20574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E91E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2606040"/>
            <a:ext cx="502920" cy="50292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1E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TRỢ LÝ THÔNG MINH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6576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yêu cầu bằng tiếng Việt tự nhiên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2468880"/>
            <a:ext cx="20574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606040"/>
            <a:ext cx="502920" cy="502920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LÀM VIỆC TRỰC TIẾP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36576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Đọc/ghi file trên máy &amp; chạy lệnh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2468880"/>
            <a:ext cx="20574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2606040"/>
            <a:ext cx="502920" cy="50292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KẾT NỐI ĐA NỀN TẢNG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36576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Slack, Notion, Canva, Calendar…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29800" y="2468880"/>
            <a:ext cx="20574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07040" y="2606040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KHÔNG CẦN BIẾT CODE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21240" y="36576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Dành cho mọi người, mọi ngành nghề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4572000"/>
            <a:ext cx="8503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A237E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520440" y="4663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Khẩu hiệu: </a:t>
            </a:r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"Bạn nói — Cowork làm."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tác vụ văn phòng, nội dung, sắp xếp file… đều có thể giao cho trợ lý Cowork.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97680" y="6126480"/>
            <a:ext cx="6675120" cy="54864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6126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MỘT TRỢ LÝ — GIẢI QUYẾT TẤT CẢ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45720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</a:t>
            </a:r>
            <a:pPr algn="ctr" indent="0" marL="0">
              <a:buNone/>
            </a:pPr>
            <a:r>
              <a:rPr lang="en-US" sz="28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NÊN DÙNG </a:t>
            </a:r>
            <a:pPr algn="ctr"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383280" y="141732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417320"/>
            <a:ext cx="2743200" cy="822960"/>
          </a:xfrm>
          <a:prstGeom prst="roundRect">
            <a:avLst>
              <a:gd name="adj" fmla="val 16667"/>
            </a:avLst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NGƯỜI LÀM VĂN PHÒNG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2423160"/>
            <a:ext cx="640080" cy="640080"/>
          </a:xfrm>
          <a:prstGeom prst="ellipse">
            <a:avLst/>
          </a:prstGeom>
          <a:solidFill>
            <a:srgbClr val="FFC107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Soạn báo cáo, email, slide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931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Tạo bảng Excel, tổng hợp dữ liệu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4663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Tự động hóa công việc lặp lại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417320"/>
            <a:ext cx="2743200" cy="822960"/>
          </a:xfrm>
          <a:prstGeom prst="roundRect">
            <a:avLst>
              <a:gd name="adj" fmla="val 16667"/>
            </a:avLst>
          </a:prstGeom>
          <a:solidFill>
            <a:srgbClr val="9C27B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NHÀ SÁNG TẠO NỘI DUNG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60920" y="2423160"/>
            <a:ext cx="640080" cy="640080"/>
          </a:xfrm>
          <a:prstGeom prst="ellipse">
            <a:avLst/>
          </a:prstGeom>
          <a:solidFill>
            <a:srgbClr val="FFC107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Viết blog, kịch bản video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931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Thiết kế poster, infographic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663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Cắt clip ngắn, edit video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35440" y="141732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1417320"/>
            <a:ext cx="2743200" cy="822960"/>
          </a:xfrm>
          <a:prstGeom prst="roundRect">
            <a:avLst>
              <a:gd name="adj" fmla="val 16667"/>
            </a:avLst>
          </a:prstGeom>
          <a:solidFill>
            <a:srgbClr val="1976D2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CHỦ DOANH NGHIỆP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287000" y="2423160"/>
            <a:ext cx="640080" cy="640080"/>
          </a:xfrm>
          <a:prstGeom prst="ellipse">
            <a:avLst/>
          </a:prstGeom>
          <a:solidFill>
            <a:srgbClr val="FFC107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870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1832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Quản lý lịch, gặp gỡ khách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8320" y="3931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Phân tích báo cáo bán hàng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418320" y="4663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Trả lời email, Slack tự động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5852160"/>
            <a:ext cx="8503920" cy="59436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5852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DÙ BẠN LÀ AI — COWORK CŨNG GIÚP ĐƯỢC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</a:t>
            </a:r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TÍNH NĂNG NỔI BẬT CỦA </a:t>
            </a:r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83280" y="128016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28016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160520" y="1280160"/>
            <a:ext cx="77266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280160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QUẢN LÝ FILE THÔNG MINH  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Đọc, ghi, chỉnh sửa file Word, Excel, PDF, PPTX, hình ảnh ngay trên máy bạn.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224028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E91E63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24028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160520" y="2240280"/>
            <a:ext cx="77266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240280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1E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KỸ NĂNG CHUYÊN SÂU  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sách, thiết kế poster, cắt video, tạo slide… mỗi skill là một chuyên gia.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320040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20040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160520" y="3200400"/>
            <a:ext cx="77266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3200400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— KẾT NỐI ỨNG DỤNG  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Slack, Notion, Canva, Calendar, Zoom… tất cả trong một cửa sổ chat.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83280" y="416052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1976D2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16052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160520" y="4160520"/>
            <a:ext cx="77266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4160520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TÁC VỤ ĐỊNH KỲ  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chạy mỗi sáng/tuần: tóm tắt email, báo cáo, nhắc việc.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83280" y="512064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1A237E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512064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4160520" y="5120640"/>
            <a:ext cx="77266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5120640"/>
            <a:ext cx="7452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ARTIFACT — TRANG ĐỘNG  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dashboard, công cụ web tự cập nhật dữ liệu — không cần code.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HỆ SINH THÁI </a:t>
            </a:r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&amp; MCP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9601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'Skill' giống một chuyên gia • Mỗi 'MCP' là một cánh cửa kết nối ứng dụng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5975" y="2113850"/>
            <a:ext cx="2374939" cy="1325547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608508" y="3424525"/>
            <a:ext cx="2165949" cy="302225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4582384" y="4061691"/>
            <a:ext cx="2214464" cy="61799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H="1">
            <a:off x="8204608" y="2283789"/>
            <a:ext cx="1136189" cy="1009946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H="1">
            <a:off x="8392883" y="3500119"/>
            <a:ext cx="728260" cy="161836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H="1" flipV="1">
            <a:off x="8341550" y="4174716"/>
            <a:ext cx="839481" cy="373103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697480" y="1353312"/>
            <a:ext cx="1920240" cy="594360"/>
          </a:xfrm>
          <a:prstGeom prst="roundRect">
            <a:avLst>
              <a:gd name="adj" fmla="val 49231"/>
            </a:avLst>
          </a:prstGeom>
          <a:solidFill>
            <a:srgbClr val="C218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DOCX / PPTX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2999232"/>
            <a:ext cx="1920240" cy="594360"/>
          </a:xfrm>
          <a:prstGeom prst="roundRect">
            <a:avLst>
              <a:gd name="adj" fmla="val 49231"/>
            </a:avLst>
          </a:prstGeom>
          <a:solidFill>
            <a:srgbClr val="E91E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999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XLSX / PDF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4645152"/>
            <a:ext cx="1920240" cy="594360"/>
          </a:xfrm>
          <a:prstGeom prst="roundRect">
            <a:avLst>
              <a:gd name="adj" fmla="val 49231"/>
            </a:avLst>
          </a:prstGeom>
          <a:solidFill>
            <a:srgbClr val="9C27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46451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EDITOR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98280" y="1353312"/>
            <a:ext cx="1920240" cy="594360"/>
          </a:xfrm>
          <a:prstGeom prst="roundRect">
            <a:avLst>
              <a:gd name="adj" fmla="val 4923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GMAIL · SLACK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2999232"/>
            <a:ext cx="1920240" cy="594360"/>
          </a:xfrm>
          <a:prstGeom prst="roundRect">
            <a:avLst>
              <a:gd name="adj" fmla="val 49231"/>
            </a:avLst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2999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NOTION · CALENDAR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98280" y="4645152"/>
            <a:ext cx="1920240" cy="594360"/>
          </a:xfrm>
          <a:prstGeom prst="roundRect">
            <a:avLst>
              <a:gd name="adj" fmla="val 49231"/>
            </a:avLst>
          </a:prstGeom>
          <a:solidFill>
            <a:srgbClr val="1A23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46451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CANVA · ZOOM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3017520"/>
            <a:ext cx="1645920" cy="1645920"/>
          </a:xfrm>
          <a:prstGeom prst="ellipse">
            <a:avLst/>
          </a:prstGeom>
          <a:solidFill>
            <a:srgbClr val="1A237E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017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83280" y="6035040"/>
            <a:ext cx="8503920" cy="54864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60350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CÀNG KẾT NỐI NHIỀU APP — CÀNG MẠNH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VÍ DỤ THỰC TẾ — COWORK GIÚP GÌ?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4114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600200"/>
            <a:ext cx="822960" cy="82296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26280" y="1645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TÓM TẮT EMAIL MỖI SÁNG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"Tóm tắt email chưa đọc và nhắc tôi việc cần làm."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1371600"/>
            <a:ext cx="4114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1600200"/>
            <a:ext cx="822960" cy="822960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915400" y="1645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BÁO CÁO BÁN HÀNG TUẦN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0100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"Lấy dữ liệu Sheets, vẽ biểu đồ, xuất PowerPoint."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3703320"/>
            <a:ext cx="4114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931920"/>
            <a:ext cx="822960" cy="82296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931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526280" y="3977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VIẾT NỘI DUNG MARKETING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11880" y="4937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"Viết 5 bài post Facebook chủ đề tháng 6 — giọng vui."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3703320"/>
            <a:ext cx="4114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3931920"/>
            <a:ext cx="822960" cy="8229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3931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8915400" y="39776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CẮT CLIP NGẮN TỪ VIDEO DÀI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01000" y="4937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"Tìm 3 đoạn hay nhất trong video 30 phút, xuất 60s."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6080760"/>
            <a:ext cx="8503920" cy="54864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6080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CHỈ CẦN NÓI — COWORK LÀM PHẦN CÒN LẠI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BẮT ĐẦU CHỈ TRONG 3 BƯỚC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343400" y="1508760"/>
            <a:ext cx="914400" cy="914400"/>
          </a:xfrm>
          <a:prstGeom prst="ellipse">
            <a:avLst/>
          </a:prstGeom>
          <a:solidFill>
            <a:srgbClr val="C2185B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83280" y="2651760"/>
            <a:ext cx="28346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TẢI &amp; CÀI ĐẶT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246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Claude Desktop trên Windows/Mac, bật chế độ Cowork.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1508760"/>
            <a:ext cx="914400" cy="914400"/>
          </a:xfrm>
          <a:prstGeom prst="ellipse">
            <a:avLst/>
          </a:prstGeom>
          <a:solidFill>
            <a:srgbClr val="9C27B0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309360" y="2651760"/>
            <a:ext cx="28346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27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CHỌN THƯ MỤC LÀM VIỆC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246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Trỏ Cowork vào thư mục bạn muốn làm việc (Desktop, Cowork…).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95560" y="1508760"/>
            <a:ext cx="914400" cy="914400"/>
          </a:xfrm>
          <a:prstGeom prst="ellipse">
            <a:avLst/>
          </a:prstGeom>
          <a:solidFill>
            <a:srgbClr val="1976D2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235440" y="2651760"/>
            <a:ext cx="28346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 LỆNH BẰNG TIẾNG VIỆT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0" y="3246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"Viết slide cho tôi…" — Cowork sẽ tự dùng skill phù hợp.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5029200"/>
            <a:ext cx="5943600" cy="457200"/>
          </a:xfrm>
          <a:prstGeom prst="rightArrow">
            <a:avLst/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5029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XONG TRONG VÒNG 5 PHÚT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83280" y="5989320"/>
            <a:ext cx="8503920" cy="59436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59893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KHÔNG CẦN CODE • KHÔNG CẦN CÀI THÊM PHẦN MỀM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LỢI ÍCH KHI DÙNG COWORK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83280" y="1325880"/>
            <a:ext cx="2834640" cy="2743200"/>
          </a:xfrm>
          <a:prstGeom prst="roundRect">
            <a:avLst>
              <a:gd name="adj" fmla="val 5000"/>
            </a:avLst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4173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TIẾT KIỆM THỜI GIAN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200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công việc giấy tờ, báo cáo, soạn nội dung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325880"/>
            <a:ext cx="2834640" cy="2743200"/>
          </a:xfrm>
          <a:prstGeom prst="roundRect">
            <a:avLst>
              <a:gd name="adj" fmla="val 5000"/>
            </a:avLst>
          </a:prstGeom>
          <a:solidFill>
            <a:srgbClr val="9C27B0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5×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TĂNG TỐC ĐỘ HOÀN THÀNH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200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giao việc lặp lại cho Cowork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35440" y="1325880"/>
            <a:ext cx="2834640" cy="2743200"/>
          </a:xfrm>
          <a:prstGeom prst="roundRect">
            <a:avLst>
              <a:gd name="adj" fmla="val 5000"/>
            </a:avLst>
          </a:prstGeom>
          <a:solidFill>
            <a:srgbClr val="1976D2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14173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932688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 PHÍ HỌC CODE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0" y="3200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dùng tiếng Việt — nói đúng việc cần làm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4389120"/>
            <a:ext cx="292608" cy="29260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4343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lo lộ dữ liệu — Cowork chạy ngay trên máy bạn.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20440" y="4846320"/>
            <a:ext cx="292608" cy="29260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846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31920" y="4800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tiếng Việt nguyên bản — không cần dịch lệnh.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520440" y="5303520"/>
            <a:ext cx="292608" cy="29260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5303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5257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liên tục skill mới — luôn có thêm 'kỹ năng' để dùng.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383280" y="6035040"/>
            <a:ext cx="8503920" cy="54864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60350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ĐẦU TƯ 5 PHÚT — TIẾT KIỆM HÀNG GIỜ MỖI NGÀY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8F5E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371600"/>
            <a:ext cx="4572000" cy="457200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194560"/>
            <a:ext cx="4023360" cy="40233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2468880" cy="2468880"/>
          </a:xfrm>
          <a:prstGeom prst="ellipse">
            <a:avLst/>
          </a:prstGeom>
          <a:solidFill>
            <a:srgbClr val="9C27B0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2331720" cy="23317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965960" cy="1965960"/>
          </a:xfrm>
          <a:prstGeom prst="ellipse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0" y="274320"/>
            <a:ext cx="640080" cy="640080"/>
          </a:xfrm>
          <a:prstGeom prst="star8">
            <a:avLst/>
          </a:prstGeom>
          <a:solidFill>
            <a:srgbClr val="FFC107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0" y="594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914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BẮT ĐẦU HÀNH TRÌNH AI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CÙNG COWORK — NGAY HÔM NAY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520440" y="2926080"/>
            <a:ext cx="2743200" cy="914400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TẢI CLAUDE DESKTOP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926080"/>
            <a:ext cx="2743200" cy="914400"/>
          </a:xfrm>
          <a:prstGeom prst="roundRect">
            <a:avLst>
              <a:gd name="adj" fmla="val 50000"/>
            </a:avLst>
          </a:prstGeom>
          <a:solidFill>
            <a:srgbClr val="9C27B0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BẬT CHẾ ĐỘ COWORK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81160" y="2926080"/>
            <a:ext cx="2743200" cy="914400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GIAO VIỆC ĐẦU TIÊN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40480" y="4297680"/>
            <a:ext cx="7589520" cy="9144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29768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BẠN NÓI — COWORK LÀM!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54406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CẢM ƠN ĐÃ THEO DÕI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91840" y="59893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Hồ Đức Dũng  •  mangsieutoc@gmail.com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Cowork - Ứng Dụng AI Cho Mọi Người</dc:title>
  <dc:subject>PptxGenJS Presentation</dc:subject>
  <dc:creator>Hồ Đức Dũng</dc:creator>
  <cp:lastModifiedBy>Hồ Đức Dũng</cp:lastModifiedBy>
  <cp:revision>1</cp:revision>
  <dcterms:created xsi:type="dcterms:W3CDTF">2026-05-26T06:28:43Z</dcterms:created>
  <dcterms:modified xsi:type="dcterms:W3CDTF">2026-05-26T06:28:43Z</dcterms:modified>
</cp:coreProperties>
</file>